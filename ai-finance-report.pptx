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24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7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50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26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4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09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54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4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25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7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90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5803D6E-F4AC-41B7-B78B-7055702B37DE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DF028E3-7502-4B43-AD4F-B4C22E5F716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06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9340-E11D-3201-5189-4F96F1707E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Finance Agent</a:t>
            </a:r>
            <a:br>
              <a:rPr lang="en-US" dirty="0"/>
            </a:br>
            <a:r>
              <a:rPr lang="en-US" dirty="0"/>
              <a:t>Data analysis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ECDD4-FDA8-DBDE-AB78-B78F2884AE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 Ritu Verma</a:t>
            </a:r>
            <a:br>
              <a:rPr lang="en-US" dirty="0"/>
            </a:br>
            <a:r>
              <a:rPr lang="en-US" dirty="0"/>
              <a:t>AI &amp; Finance Professional</a:t>
            </a:r>
          </a:p>
          <a:p>
            <a:r>
              <a:rPr lang="en-US" dirty="0"/>
              <a:t>April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0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2C981-3EF3-4287-0FC8-DF504BC9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Invoice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14D52-E9B6-BFFB-8767-8FF2BFD2A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Total Invoices: 5 | Total Amount: Rs. 26,700</a:t>
            </a:r>
          </a:p>
          <a:p>
            <a:r>
              <a:rPr lang="en-US" dirty="0"/>
              <a:t>- Paid: 3 invoices (Rs. 19,000) ✅</a:t>
            </a:r>
          </a:p>
          <a:p>
            <a:r>
              <a:rPr lang="en-US" dirty="0"/>
              <a:t>- Unpaid: 2 invoices (Rs. 7,700) ❌</a:t>
            </a:r>
          </a:p>
          <a:p>
            <a:r>
              <a:rPr lang="en-US" dirty="0"/>
              <a:t>- Highest Invoice: PQR Inc — Rs. 7,800</a:t>
            </a:r>
          </a:p>
          <a:p>
            <a:r>
              <a:rPr lang="en-US" dirty="0"/>
              <a:t>- Vendors needing follow-up: XYZ Ltd, LMN Co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7D4DBB-BE30-161E-8BA6-3F0F7D5F3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267" y="1762039"/>
            <a:ext cx="5429172" cy="33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9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E805-1B66-CAD1-A92A-4316905E3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INSURANCE Claims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BCA46-C46D-2F3E-C826-A6AA29C82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Total Claims: 5 | Total Claimed: Rs. 1,93,000</a:t>
            </a:r>
          </a:p>
          <a:p>
            <a:r>
              <a:rPr lang="en-US" dirty="0"/>
              <a:t>- Settled: 3 claims (Rs. 67,000) ✅</a:t>
            </a:r>
          </a:p>
          <a:p>
            <a:r>
              <a:rPr lang="en-US" dirty="0"/>
              <a:t>- Pending: 2 claims (Rs. 1,20,000) ❌</a:t>
            </a:r>
          </a:p>
          <a:p>
            <a:r>
              <a:rPr lang="en-US" dirty="0"/>
              <a:t>- Highest Risk: Sunita Rao — Rs. 72,000 pending</a:t>
            </a:r>
          </a:p>
          <a:p>
            <a:r>
              <a:rPr lang="en-US" dirty="0"/>
              <a:t>- Top Insurer: HDFC Ergo — 41.97% of claims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1557E-6170-4B9C-EDD6-A776B0FD6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066" y="2195747"/>
            <a:ext cx="4421603" cy="269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38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752E-C915-C7A7-50E5-76D7C6E4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&amp; EXPENSES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4CBCB-4B87-09F7-1311-C60020014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- 6 months of data: Sep 2023 — Feb 2024</a:t>
            </a:r>
          </a:p>
          <a:p>
            <a:r>
              <a:rPr lang="en-US" dirty="0"/>
              <a:t>- Average Income: Rs. 88,833/month</a:t>
            </a:r>
          </a:p>
          <a:p>
            <a:r>
              <a:rPr lang="en-US" dirty="0"/>
              <a:t>- Average Expenses: Rs. 74,667/month</a:t>
            </a:r>
          </a:p>
          <a:p>
            <a:r>
              <a:rPr lang="en-US" dirty="0"/>
              <a:t>- Average Net Surplus: Rs. 14,167/month</a:t>
            </a:r>
          </a:p>
          <a:p>
            <a:r>
              <a:rPr lang="en-US" dirty="0"/>
              <a:t>- Highest Expense Ratio: Nov 2023 — 91.5% ⚠️</a:t>
            </a:r>
          </a:p>
          <a:p>
            <a:r>
              <a:rPr lang="en-US" dirty="0"/>
              <a:t>- Best Month: Sep 2023 — 80% expense ratio ✅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3E07B-DFC3-40FD-42B9-D8E13F8E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242" y="1924180"/>
            <a:ext cx="4984796" cy="327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925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B590C-786E-6501-DAFA-79269B54E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DATA ANALYSIS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08DC-F41B-1883-72CD-2F120936F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26405"/>
            <a:ext cx="6907521" cy="4023360"/>
          </a:xfrm>
        </p:spPr>
        <p:txBody>
          <a:bodyPr/>
          <a:lstStyle/>
          <a:p>
            <a:r>
              <a:rPr lang="en-US" dirty="0"/>
              <a:t>- Tool Used: SQLite via DB Browser</a:t>
            </a:r>
          </a:p>
          <a:p>
            <a:r>
              <a:rPr lang="en-US" dirty="0"/>
              <a:t>- 5 tables created: invoices, payments, claims, settlements, budget</a:t>
            </a:r>
          </a:p>
          <a:p>
            <a:r>
              <a:rPr lang="en-US" dirty="0"/>
              <a:t>- Query 1: Vendor ranking — PQR Inc highest at Rs. 7,800</a:t>
            </a:r>
          </a:p>
          <a:p>
            <a:r>
              <a:rPr lang="en-US" dirty="0"/>
              <a:t>- Query 2: LEFT JOIN — identified 2 unpaid invoices</a:t>
            </a:r>
          </a:p>
          <a:p>
            <a:r>
              <a:rPr lang="en-US" dirty="0"/>
              <a:t>- Query 3: Claims variance — Rs. 72,000 highest pending</a:t>
            </a:r>
          </a:p>
          <a:p>
            <a:r>
              <a:rPr lang="en-US" dirty="0"/>
              <a:t>- Query 4: Expense ratio — avg 83.8% across 6 months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34415-B593-3D26-D84F-D68ECEC2F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58" y="5222652"/>
            <a:ext cx="5607338" cy="145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0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AA1E0-02DE-6970-E56F-F4153F941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$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36642-73F6-26D1-D568-8254489BA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Tool Used: SQLite via DB Browser</a:t>
            </a:r>
          </a:p>
          <a:p>
            <a:r>
              <a:rPr lang="en-US" dirty="0"/>
              <a:t>- 5 tables created: invoices, payments, claims, settlements, budget</a:t>
            </a:r>
          </a:p>
          <a:p>
            <a:r>
              <a:rPr lang="en-US" dirty="0"/>
              <a:t>- Query 1: Vendor ranking — PQR Inc highest at Rs. 7,800</a:t>
            </a:r>
          </a:p>
          <a:p>
            <a:r>
              <a:rPr lang="en-US" dirty="0"/>
              <a:t>- Query 2: LEFT JOIN — identified 2 unpaid invoices</a:t>
            </a:r>
          </a:p>
          <a:p>
            <a:r>
              <a:rPr lang="en-US" dirty="0"/>
              <a:t>- Query 3: Claims variance — Rs. 72,000 highest pending</a:t>
            </a:r>
          </a:p>
          <a:p>
            <a:r>
              <a:rPr lang="en-US" dirty="0"/>
              <a:t>- Query 4: Expense ratio — avg 83.8% across 6 months</a:t>
            </a:r>
          </a:p>
        </p:txBody>
      </p:sp>
    </p:spTree>
    <p:extLst>
      <p:ext uri="{BB962C8B-B14F-4D97-AF65-F5344CB8AC3E}">
        <p14:creationId xmlns:p14="http://schemas.microsoft.com/office/powerpoint/2010/main" val="26838876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36</TotalTime>
  <Words>352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Tw Cen MT</vt:lpstr>
      <vt:lpstr>Tw Cen MT Condensed</vt:lpstr>
      <vt:lpstr>Wingdings 3</vt:lpstr>
      <vt:lpstr>Integral</vt:lpstr>
      <vt:lpstr>AI Finance Agent Data analysis report</vt:lpstr>
      <vt:lpstr>Invoice Analysis</vt:lpstr>
      <vt:lpstr>INSURANCE Claims Analysis</vt:lpstr>
      <vt:lpstr>Budget &amp; EXPENSES Analysis</vt:lpstr>
      <vt:lpstr>SQL DATA ANALYSIS INSIGHTS</vt:lpstr>
      <vt:lpstr>Summary $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Ritu Verma</dc:creator>
  <cp:lastModifiedBy>Ritu Verma</cp:lastModifiedBy>
  <cp:revision>4</cp:revision>
  <dcterms:created xsi:type="dcterms:W3CDTF">2026-04-05T11:28:05Z</dcterms:created>
  <dcterms:modified xsi:type="dcterms:W3CDTF">2026-04-05T12:04:20Z</dcterms:modified>
</cp:coreProperties>
</file>